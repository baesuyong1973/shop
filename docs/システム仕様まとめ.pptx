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システム仕様まとめ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CEE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─ マルチ店舗対応ECサイト（店頭受取型）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3D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作成日: 2026-07-22　|　対象: Laravel + Inertia.js + React / MySQL / Redis 構成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アプリ概要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46504"/>
            <a:ext cx="82296" cy="54864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何のアプリか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1691640"/>
            <a:ext cx="78940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実店舗（直売所・食品店等）のオンライン注文＋店頭受取を支える、複数店舗対応のECアプリ。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52344"/>
            <a:ext cx="82296" cy="54864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49040" y="2697480"/>
            <a:ext cx="78940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会員（お客様）／ 店舗管理者（shop_admin）／ スーパー管理者（super_admin）の3者。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758184"/>
            <a:ext cx="82296" cy="54864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03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特徴的な機能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49040" y="3703320"/>
            <a:ext cx="78940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会員QR証によるスキャン照合で、店頭での本人確認・注文引き渡しを実現。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764024"/>
            <a:ext cx="82296" cy="54864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091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技術構成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49040" y="4709160"/>
            <a:ext cx="78940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Laravel（バックエンド）+ Inertia.js + React（フロント）。Docker上でNginx・PHP-FPM・MySQL・Redisが連携。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アプリケーション層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 (Inertia.js)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フロントエンド／ページ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840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Laravel (PHP 8.3)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520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ルーティング・業務ロジック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2651760"/>
            <a:ext cx="457200" cy="365760"/>
          </a:xfrm>
          <a:prstGeom prst="rightArrow">
            <a:avLst/>
          </a:prstGeom>
          <a:solidFill>
            <a:srgbClr val="2E8B7A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60020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Docker Compose 構成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49240" y="196596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DCEEE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203911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235000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Nginx 1.27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58968" y="260604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:8080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98080" y="196596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DCEEE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203911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07808" y="235000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PHP-FPM 8.3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07808" y="260604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(内部)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646920" y="196596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DCEEE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56648" y="203911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56648" y="235000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56648" y="260604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:3306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306324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DCEEE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313639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redis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58968" y="34472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Redis 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58968" y="37033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:6379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98080" y="306324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DCEEE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7808" y="313639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phpmyadmin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07808" y="34472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DB管理UI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07808" y="37033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:8081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646920" y="3063240"/>
            <a:ext cx="2011680" cy="960120"/>
          </a:xfrm>
          <a:prstGeom prst="roundRect">
            <a:avLst>
              <a:gd name="adj" fmla="val 5714"/>
            </a:avLst>
          </a:prstGeom>
          <a:solidFill>
            <a:srgbClr val="DCEEEA"/>
          </a:solidFill>
          <a:ln w="12700">
            <a:solidFill>
              <a:srgbClr val="2E8B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56648" y="3136392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9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mailpit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56648" y="34472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メール確認用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756648" y="3703320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:8025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48463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データ永続化: MySQL(db_data ボリューム) ／ セッション・キャッシュ・キュー: Redis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CUSTOMER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顧客向け機能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164" y="20116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50696" y="1719072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1450696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2892" y="2176272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店舗一覧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2892" y="2578608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 で全店舗一覧を表示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8852" y="2578608"/>
            <a:ext cx="128016" cy="237744"/>
          </a:xfrm>
          <a:prstGeom prst="rightArrow">
            <a:avLst/>
          </a:prstGeom>
          <a:solidFill>
            <a:srgbClr val="2E8B7A"/>
          </a:solidFill>
          <a:ln/>
        </p:spPr>
      </p:sp>
      <p:sp>
        <p:nvSpPr>
          <p:cNvPr id="12" name="Shape 10"/>
          <p:cNvSpPr/>
          <p:nvPr/>
        </p:nvSpPr>
        <p:spPr>
          <a:xfrm>
            <a:off x="2845156" y="20116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72688" y="1719072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3672688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54884" y="2176272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商品閲覧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54884" y="2578608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/shops/{slug} 配下で商品一覧・詳細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20844" y="2578608"/>
            <a:ext cx="128016" cy="237744"/>
          </a:xfrm>
          <a:prstGeom prst="rightArrow">
            <a:avLst/>
          </a:prstGeom>
          <a:solidFill>
            <a:srgbClr val="2E8B7A"/>
          </a:solidFill>
          <a:ln/>
        </p:spPr>
      </p:sp>
      <p:sp>
        <p:nvSpPr>
          <p:cNvPr id="18" name="Shape 16"/>
          <p:cNvSpPr/>
          <p:nvPr/>
        </p:nvSpPr>
        <p:spPr>
          <a:xfrm>
            <a:off x="5067148" y="20116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4680" y="1719072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5894680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76876" y="2176272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カート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76876" y="2578608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店舗ごとにセッションを分離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42836" y="2578608"/>
            <a:ext cx="128016" cy="237744"/>
          </a:xfrm>
          <a:prstGeom prst="rightArrow">
            <a:avLst/>
          </a:prstGeom>
          <a:solidFill>
            <a:srgbClr val="2E8B7A"/>
          </a:solidFill>
          <a:ln/>
        </p:spPr>
      </p:sp>
      <p:sp>
        <p:nvSpPr>
          <p:cNvPr id="24" name="Shape 22"/>
          <p:cNvSpPr/>
          <p:nvPr/>
        </p:nvSpPr>
        <p:spPr>
          <a:xfrm>
            <a:off x="7289140" y="20116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6672" y="1719072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8116672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98868" y="2176272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98868" y="2578608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ログイン後、注文確定・履歴確認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64828" y="2578608"/>
            <a:ext cx="128016" cy="237744"/>
          </a:xfrm>
          <a:prstGeom prst="rightArrow">
            <a:avLst/>
          </a:prstGeom>
          <a:solidFill>
            <a:srgbClr val="2E8B7A"/>
          </a:solidFill>
          <a:ln/>
        </p:spPr>
      </p:sp>
      <p:sp>
        <p:nvSpPr>
          <p:cNvPr id="30" name="Shape 28"/>
          <p:cNvSpPr/>
          <p:nvPr/>
        </p:nvSpPr>
        <p:spPr>
          <a:xfrm>
            <a:off x="9511132" y="2011680"/>
            <a:ext cx="2057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38664" y="1719072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32" name="Text 30"/>
          <p:cNvSpPr/>
          <p:nvPr/>
        </p:nvSpPr>
        <p:spPr>
          <a:xfrm>
            <a:off x="10338664" y="1719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20860" y="2176272"/>
            <a:ext cx="18379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会員QR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20860" y="2578608"/>
            <a:ext cx="1837944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/profile/member-qr で会員証QR表示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402336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会員登録時に qr_token（UUID）を自動採番。店頭でスタッフがスキャンし、本人確認・注文引き渡しに利用。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管理者機能と権限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役割は2種類。権限範囲がスコープで分離されている。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6432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103120"/>
            <a:ext cx="5364328" cy="50292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shop_admin（店舗管理者）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51560" y="283464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自店舗の商品CRUD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051560" y="3456432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自店舗の注文一覧・詳細・ステータス更新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40782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51560" y="4078224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自店舗の会員一覧・詳細・有効/無効切替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70001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051560" y="4700016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QRスキャン照合（/admin/{shop}/scan）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2103120"/>
            <a:ext cx="5364328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2103120"/>
            <a:ext cx="5364328" cy="502920"/>
          </a:xfrm>
          <a:prstGeom prst="rect">
            <a:avLst/>
          </a:prstGeom>
          <a:solidFill>
            <a:srgbClr val="2E8B7A"/>
          </a:solidFill>
          <a:ln/>
        </p:spPr>
      </p:sp>
      <p:sp>
        <p:nvSpPr>
          <p:cNvPr id="20" name="Text 18"/>
          <p:cNvSpPr/>
          <p:nvPr/>
        </p:nvSpPr>
        <p:spPr>
          <a:xfrm>
            <a:off x="6461608" y="2103120"/>
            <a:ext cx="499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super_admin（スーパー管理者）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7328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781648" y="2834640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全店舗横断の商品・注文閲覧、商品コピー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7328" y="34564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81648" y="3456432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会員CRUD（削除・有効化）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07328" y="40782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781648" y="4078224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管理者アカウント管理（作成・編集・なりすまし）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07328" y="470001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●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781648" y="4700016"/>
            <a:ext cx="46328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店舗CRUD、注文ステータスマスタCRUD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/admin/register による野良自己登録は廃止。スーパー管理者のみが管理者アカウントを作成する運用に統一。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主要テーブルとリレーション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0" y="173736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DCEEEA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79222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212080" y="20848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28800" y="283464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8895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admins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2024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283464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8895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21208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412480" y="283464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8895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503920" y="31821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416966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order_items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503920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注文明細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424160" y="283464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0" y="2889504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order_statuses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0" y="3182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ステータス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828800" y="4114800"/>
            <a:ext cx="19202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416966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users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920240" y="44622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41148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416966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prefectures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212080" y="44622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都道府県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92240" y="411480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651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4169664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0" y="44622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88920" y="2377440"/>
            <a:ext cx="3291840" cy="45720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2377440"/>
            <a:ext cx="0" cy="45720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2377440"/>
            <a:ext cx="3291840" cy="45720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3474720"/>
            <a:ext cx="45720" cy="64008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3474720"/>
            <a:ext cx="731520" cy="64008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72600" y="3474720"/>
            <a:ext cx="9144" cy="64008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332720" y="3154680"/>
            <a:ext cx="91440" cy="9144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49040" y="3154680"/>
            <a:ext cx="1371600" cy="9144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5029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: N　（shops → products / orders / admins、users → orders、orders → order_items 等）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53949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order_statuses は order_status_transitions（自己参照）でステータス間の遷移可否を定義。詳細はテーブル定義書を参照。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HISTORY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開発の変遷（マイグレーション履歴より）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011680"/>
            <a:ext cx="0" cy="3520440"/>
          </a:xfrm>
          <a:prstGeom prst="line">
            <a:avLst/>
          </a:prstGeom>
          <a:noFill/>
          <a:ln w="25400">
            <a:solidFill>
              <a:srgbClr val="D8D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53312" y="1938528"/>
            <a:ext cx="219456" cy="21945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07/18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828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admins テーブル新設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0" y="1828800"/>
            <a:ext cx="61566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管理者ログイン機能の土台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53312" y="2715768"/>
            <a:ext cx="219456" cy="21945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060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07/19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606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商品・注文の基本実装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0" y="2606040"/>
            <a:ext cx="61566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products / orders / order_items、都道府県・単位マスタ追加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53312" y="3493008"/>
            <a:ext cx="219456" cy="21945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3832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07/20 AM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33832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会員QR施策の試行錯誤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0" y="3383280"/>
            <a:ext cx="61566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wechat_qr_path 追加→撤回、qr_token(UUID) に統一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53312" y="4270248"/>
            <a:ext cx="219456" cy="21945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07/20 PM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マルチ店舗対応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0" y="4160520"/>
            <a:ext cx="61566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shops 新設、products/orders/admins に shop_id 付与、段階的NOT NULL化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53312" y="5047488"/>
            <a:ext cx="219456" cy="219456"/>
          </a:xfrm>
          <a:prstGeom prst="ellipse">
            <a:avLst/>
          </a:prstGeom>
          <a:solidFill>
            <a:srgbClr val="2E8B7A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937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07/21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49377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注文ステータスの仕組み強化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486400" y="4937760"/>
            <a:ext cx="61566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order_statuses / order_status_transitions 新設、外部キーで整合性担保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現状の課題・未対応事項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FBEAD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9164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docs/a.txt（マルチ店舗対応 実装完了報告メモ、2026-07-21）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この開発環境に php コマンドが無く、php artisan migrate が未実行（実機での実行が必要）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328416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店舗間アクセス制限などを検証するFeatureテストが未作成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97096"/>
            <a:ext cx="106372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3で計画していた「店舗ごとのロゴ・タイトルのブランディング」は規模抑制のため今回見送り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次のアクション: 実機で php artisan migrate を実行 → 店舗作成・商品登録・注文・管理者権限の一連の動作確認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B7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開発補助スクリプト（アプリ本体とは別）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53312"/>
            <a:ext cx="11094415" cy="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fetch_image.js / fetch_image2.js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Wikimedia Commons / Openverse API から商品用ダミー画像を検索・取得するNode製スクリプト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4415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918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scratch_batch.sh 〜 batch4.sh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商品名リストに対し画像取得を一括実行し、Dockerコンテナ内で商品画像を差し替えるバッチ（改良版が複数存在）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本番の業務ロジックには含まれない、開発時のサンプル商品画像調達用の一時ツール。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myapp テーブル定義書・仕様まとめ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2026-07-21T17:05:37Z</dcterms:created>
  <dcterms:modified xsi:type="dcterms:W3CDTF">2026-07-21T17:05:37Z</dcterms:modified>
</cp:coreProperties>
</file>